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5"/>
  </p:notesMasterIdLst>
  <p:sldIdLst>
    <p:sldId id="454" r:id="rId2"/>
    <p:sldId id="456" r:id="rId3"/>
    <p:sldId id="455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1348"/>
    <a:srgbClr val="F3F2F1"/>
    <a:srgbClr val="F2BDDA"/>
    <a:srgbClr val="C2DDF2"/>
    <a:srgbClr val="94B9E5"/>
    <a:srgbClr val="F6C47F"/>
    <a:srgbClr val="D6A6A4"/>
    <a:srgbClr val="5ECCC9"/>
    <a:srgbClr val="FCA587"/>
    <a:srgbClr val="F4C1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74" autoAdjust="0"/>
    <p:restoredTop sz="84045" autoAdjust="0"/>
  </p:normalViewPr>
  <p:slideViewPr>
    <p:cSldViewPr snapToGrid="0">
      <p:cViewPr varScale="1">
        <p:scale>
          <a:sx n="60" d="100"/>
          <a:sy n="60" d="100"/>
        </p:scale>
        <p:origin x="13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269520573494207E-3"/>
          <c:y val="0.11554698961860509"/>
          <c:w val="0.97439712285995483"/>
          <c:h val="0.5355451673425822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Early Morning Bite</c:v>
                </c:pt>
              </c:strCache>
            </c:strRef>
          </c:tx>
          <c:spPr>
            <a:solidFill>
              <a:srgbClr val="95B9E5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Sheet1!$B$2:$B$21</c:f>
              <c:numCache>
                <c:formatCode>0%</c:formatCode>
                <c:ptCount val="20"/>
                <c:pt idx="0">
                  <c:v>3.3732551471311698E-2</c:v>
                </c:pt>
                <c:pt idx="1">
                  <c:v>3.1232933699049701E-2</c:v>
                </c:pt>
                <c:pt idx="2">
                  <c:v>6.20104403317508E-2</c:v>
                </c:pt>
                <c:pt idx="3">
                  <c:v>4.2284560029126499E-2</c:v>
                </c:pt>
                <c:pt idx="4">
                  <c:v>5.9944634935964802E-2</c:v>
                </c:pt>
                <c:pt idx="5">
                  <c:v>3.8318241116413798E-2</c:v>
                </c:pt>
                <c:pt idx="6">
                  <c:v>3.0590293899400701E-2</c:v>
                </c:pt>
                <c:pt idx="7">
                  <c:v>2.3816879803629499E-2</c:v>
                </c:pt>
                <c:pt idx="8">
                  <c:v>4.4597965347595102E-2</c:v>
                </c:pt>
                <c:pt idx="9">
                  <c:v>3.3199957021462702E-2</c:v>
                </c:pt>
                <c:pt idx="10">
                  <c:v>3.5052867618527897E-2</c:v>
                </c:pt>
                <c:pt idx="11">
                  <c:v>4.7596205488100299E-2</c:v>
                </c:pt>
                <c:pt idx="12">
                  <c:v>7.6187083424529706E-2</c:v>
                </c:pt>
                <c:pt idx="13">
                  <c:v>3.9510586396452101E-2</c:v>
                </c:pt>
                <c:pt idx="14">
                  <c:v>2.2821158716298799E-2</c:v>
                </c:pt>
                <c:pt idx="15">
                  <c:v>3.4529550353223998E-2</c:v>
                </c:pt>
                <c:pt idx="16">
                  <c:v>9.1366739939045503E-3</c:v>
                </c:pt>
                <c:pt idx="17">
                  <c:v>4.9155588924583203E-3</c:v>
                </c:pt>
                <c:pt idx="18">
                  <c:v>5.45448208256991E-2</c:v>
                </c:pt>
                <c:pt idx="19">
                  <c:v>4.0360304808134899E-2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3-6374-4277-8BD4-C5BEAF1978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Breakfast For One</c:v>
                </c:pt>
              </c:strCache>
            </c:strRef>
          </c:tx>
          <c:spPr>
            <a:solidFill>
              <a:srgbClr val="F4C1C1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8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A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C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D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E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F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0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1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2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3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4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5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6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Sheet1!$C$2:$C$21</c:f>
              <c:numCache>
                <c:formatCode>0%</c:formatCode>
                <c:ptCount val="20"/>
                <c:pt idx="0">
                  <c:v>8.9715915709122601E-2</c:v>
                </c:pt>
                <c:pt idx="1">
                  <c:v>0.28550994768927301</c:v>
                </c:pt>
                <c:pt idx="2">
                  <c:v>0.19929680764191801</c:v>
                </c:pt>
                <c:pt idx="3">
                  <c:v>0.31063141324617699</c:v>
                </c:pt>
                <c:pt idx="4">
                  <c:v>0.188936567496645</c:v>
                </c:pt>
                <c:pt idx="5">
                  <c:v>0.112830212859659</c:v>
                </c:pt>
                <c:pt idx="6">
                  <c:v>8.8709015175329101E-2</c:v>
                </c:pt>
                <c:pt idx="7">
                  <c:v>2.0875361365258398E-2</c:v>
                </c:pt>
                <c:pt idx="8">
                  <c:v>3.04842007273648E-2</c:v>
                </c:pt>
                <c:pt idx="9">
                  <c:v>6.0920321687944701E-2</c:v>
                </c:pt>
                <c:pt idx="10">
                  <c:v>3.6427498115210601E-2</c:v>
                </c:pt>
                <c:pt idx="11">
                  <c:v>3.5231032778090698E-2</c:v>
                </c:pt>
                <c:pt idx="12">
                  <c:v>9.5362991612521306E-2</c:v>
                </c:pt>
                <c:pt idx="13">
                  <c:v>2.97948684301114E-2</c:v>
                </c:pt>
                <c:pt idx="14">
                  <c:v>2.16992157012229E-2</c:v>
                </c:pt>
                <c:pt idx="15">
                  <c:v>2.9013267725719698E-2</c:v>
                </c:pt>
                <c:pt idx="16">
                  <c:v>2.1928017585370899E-2</c:v>
                </c:pt>
                <c:pt idx="17">
                  <c:v>1.8456429675307501E-2</c:v>
                </c:pt>
                <c:pt idx="18">
                  <c:v>0.159749880558087</c:v>
                </c:pt>
                <c:pt idx="19">
                  <c:v>8.3354227763193595E-2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27-6374-4277-8BD4-C5BEAF1978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Family Breakfast</c:v>
                </c:pt>
              </c:strCache>
            </c:strRef>
          </c:tx>
          <c:spPr>
            <a:solidFill>
              <a:srgbClr val="B5D8A3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8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9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A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B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C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D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E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F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0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1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2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3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4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5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6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7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8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9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A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Sheet1!$D$2:$D$21</c:f>
              <c:numCache>
                <c:formatCode>0%</c:formatCode>
                <c:ptCount val="20"/>
                <c:pt idx="0">
                  <c:v>9.4443934064296006E-2</c:v>
                </c:pt>
                <c:pt idx="1">
                  <c:v>0.373675182935577</c:v>
                </c:pt>
                <c:pt idx="2">
                  <c:v>0.27824624711462498</c:v>
                </c:pt>
                <c:pt idx="3">
                  <c:v>0.29280335597174401</c:v>
                </c:pt>
                <c:pt idx="4">
                  <c:v>0.23207497004914401</c:v>
                </c:pt>
                <c:pt idx="5">
                  <c:v>0.13134091824062</c:v>
                </c:pt>
                <c:pt idx="6">
                  <c:v>0.108592574163194</c:v>
                </c:pt>
                <c:pt idx="7">
                  <c:v>2.7792671657239199E-2</c:v>
                </c:pt>
                <c:pt idx="8">
                  <c:v>3.9114743785948002E-2</c:v>
                </c:pt>
                <c:pt idx="9">
                  <c:v>5.6596629440246397E-2</c:v>
                </c:pt>
                <c:pt idx="10">
                  <c:v>3.87494579968524E-2</c:v>
                </c:pt>
                <c:pt idx="11">
                  <c:v>4.3775669168099697E-2</c:v>
                </c:pt>
                <c:pt idx="12">
                  <c:v>7.7891491785761699E-2</c:v>
                </c:pt>
                <c:pt idx="13">
                  <c:v>3.9015929288771199E-2</c:v>
                </c:pt>
                <c:pt idx="14">
                  <c:v>3.4484431391470602E-2</c:v>
                </c:pt>
                <c:pt idx="15">
                  <c:v>4.0814458994237801E-2</c:v>
                </c:pt>
                <c:pt idx="16">
                  <c:v>2.5549442422144901E-2</c:v>
                </c:pt>
                <c:pt idx="17">
                  <c:v>1.9114127154689201E-2</c:v>
                </c:pt>
                <c:pt idx="18">
                  <c:v>0.107664025666593</c:v>
                </c:pt>
                <c:pt idx="19">
                  <c:v>0.10247877457850001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3B-6374-4277-8BD4-C5BEAF1978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Breakfast at Work/School</c:v>
                </c:pt>
              </c:strCache>
            </c:strRef>
          </c:tx>
          <c:spPr>
            <a:solidFill>
              <a:srgbClr val="B6BDC1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C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D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E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3F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0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1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2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3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4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5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6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7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8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9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A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B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C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D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4E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Sheet1!$E$2:$E$21</c:f>
              <c:numCache>
                <c:formatCode>0%</c:formatCode>
                <c:ptCount val="20"/>
                <c:pt idx="0">
                  <c:v>1.67868791153351E-2</c:v>
                </c:pt>
                <c:pt idx="1">
                  <c:v>4.4892761902159899E-2</c:v>
                </c:pt>
                <c:pt idx="2">
                  <c:v>3.4836580096951203E-2</c:v>
                </c:pt>
                <c:pt idx="3">
                  <c:v>3.8896097988842498E-2</c:v>
                </c:pt>
                <c:pt idx="4">
                  <c:v>3.53670846210331E-2</c:v>
                </c:pt>
                <c:pt idx="5">
                  <c:v>2.9051924952636698E-2</c:v>
                </c:pt>
                <c:pt idx="6">
                  <c:v>1.9618797401160199E-2</c:v>
                </c:pt>
                <c:pt idx="7">
                  <c:v>9.2136215009729298E-3</c:v>
                </c:pt>
                <c:pt idx="8">
                  <c:v>1.05111026310034E-2</c:v>
                </c:pt>
                <c:pt idx="9">
                  <c:v>1.1403800345127E-2</c:v>
                </c:pt>
                <c:pt idx="10">
                  <c:v>1.19071984750636E-2</c:v>
                </c:pt>
                <c:pt idx="11">
                  <c:v>1.0260456957589001E-2</c:v>
                </c:pt>
                <c:pt idx="12">
                  <c:v>4.3077994498582697E-2</c:v>
                </c:pt>
                <c:pt idx="13">
                  <c:v>1.0363432497430099E-2</c:v>
                </c:pt>
                <c:pt idx="14">
                  <c:v>8.3467904461207599E-3</c:v>
                </c:pt>
                <c:pt idx="15">
                  <c:v>1.1605307090287899E-2</c:v>
                </c:pt>
                <c:pt idx="16">
                  <c:v>3.6546695975618201E-3</c:v>
                </c:pt>
                <c:pt idx="17">
                  <c:v>3.1457851536745001E-3</c:v>
                </c:pt>
                <c:pt idx="18">
                  <c:v>3.8863850954966597E-2</c:v>
                </c:pt>
                <c:pt idx="19">
                  <c:v>1.28095417040196E-2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4F-6374-4277-8BD4-C5BEAF19785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Mid Morning Snack</c:v>
                </c:pt>
              </c:strCache>
            </c:strRef>
          </c:tx>
          <c:spPr>
            <a:solidFill>
              <a:srgbClr val="C2DCF2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0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1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2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3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4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5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6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7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8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9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A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B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C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D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E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5F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0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1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2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Sheet1!$F$2:$F$21</c:f>
              <c:numCache>
                <c:formatCode>0%</c:formatCode>
                <c:ptCount val="20"/>
                <c:pt idx="0">
                  <c:v>5.2991255137497598E-2</c:v>
                </c:pt>
                <c:pt idx="1">
                  <c:v>5.5839884249601901E-2</c:v>
                </c:pt>
                <c:pt idx="2">
                  <c:v>6.55924933481421E-2</c:v>
                </c:pt>
                <c:pt idx="3">
                  <c:v>5.97327219899089E-2</c:v>
                </c:pt>
                <c:pt idx="4">
                  <c:v>6.3142971315044899E-2</c:v>
                </c:pt>
                <c:pt idx="5">
                  <c:v>9.2025833130164603E-2</c:v>
                </c:pt>
                <c:pt idx="6">
                  <c:v>7.4242643030957997E-2</c:v>
                </c:pt>
                <c:pt idx="7">
                  <c:v>6.7270766164290299E-2</c:v>
                </c:pt>
                <c:pt idx="8">
                  <c:v>6.9638558802216199E-2</c:v>
                </c:pt>
                <c:pt idx="9">
                  <c:v>0.103434460977367</c:v>
                </c:pt>
                <c:pt idx="10">
                  <c:v>8.7325581282065995E-2</c:v>
                </c:pt>
                <c:pt idx="11">
                  <c:v>6.3690348901985799E-2</c:v>
                </c:pt>
                <c:pt idx="12">
                  <c:v>0.117444234243208</c:v>
                </c:pt>
                <c:pt idx="13">
                  <c:v>6.04140765973286E-2</c:v>
                </c:pt>
                <c:pt idx="14">
                  <c:v>3.3177577226320899E-2</c:v>
                </c:pt>
                <c:pt idx="15">
                  <c:v>3.3700599846774898E-2</c:v>
                </c:pt>
                <c:pt idx="16">
                  <c:v>2.4320137636028399E-2</c:v>
                </c:pt>
                <c:pt idx="17">
                  <c:v>8.4089550222440201E-3</c:v>
                </c:pt>
                <c:pt idx="18">
                  <c:v>6.0728097700415297E-2</c:v>
                </c:pt>
                <c:pt idx="19">
                  <c:v>4.1900561099392698E-2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63-6374-4277-8BD4-C5BEAF19785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Lunch</c:v>
                </c:pt>
              </c:strCache>
            </c:strRef>
          </c:tx>
          <c:spPr>
            <a:solidFill>
              <a:srgbClr val="FCA586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4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5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6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7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8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9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A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B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C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D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E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6F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0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1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2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3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4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5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6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Sheet1!$G$2:$G$21</c:f>
              <c:numCache>
                <c:formatCode>0%</c:formatCode>
                <c:ptCount val="20"/>
                <c:pt idx="0">
                  <c:v>0.151699927536703</c:v>
                </c:pt>
                <c:pt idx="1">
                  <c:v>5.30732753612531E-2</c:v>
                </c:pt>
                <c:pt idx="2">
                  <c:v>4.4966110655302101E-2</c:v>
                </c:pt>
                <c:pt idx="3">
                  <c:v>3.2340521295210999E-2</c:v>
                </c:pt>
                <c:pt idx="4">
                  <c:v>0.116378817308381</c:v>
                </c:pt>
                <c:pt idx="5">
                  <c:v>0.14737311018129701</c:v>
                </c:pt>
                <c:pt idx="6">
                  <c:v>0.19108089135129999</c:v>
                </c:pt>
                <c:pt idx="7">
                  <c:v>0.13803811243963399</c:v>
                </c:pt>
                <c:pt idx="8">
                  <c:v>0.12722195302658901</c:v>
                </c:pt>
                <c:pt idx="9">
                  <c:v>9.6543295672856203E-2</c:v>
                </c:pt>
                <c:pt idx="10">
                  <c:v>0.13967264471231799</c:v>
                </c:pt>
                <c:pt idx="11">
                  <c:v>8.3925249608618899E-2</c:v>
                </c:pt>
                <c:pt idx="12">
                  <c:v>9.1850514591468202E-2</c:v>
                </c:pt>
                <c:pt idx="13">
                  <c:v>6.3157992145094599E-2</c:v>
                </c:pt>
                <c:pt idx="14">
                  <c:v>7.3247050285082493E-2</c:v>
                </c:pt>
                <c:pt idx="15">
                  <c:v>7.2826995581644599E-2</c:v>
                </c:pt>
                <c:pt idx="16">
                  <c:v>0.29232351282300501</c:v>
                </c:pt>
                <c:pt idx="17">
                  <c:v>0.32410940475088301</c:v>
                </c:pt>
                <c:pt idx="18">
                  <c:v>6.6947035123804594E-2</c:v>
                </c:pt>
                <c:pt idx="19">
                  <c:v>0.176174660964901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77-6374-4277-8BD4-C5BEAF197852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Lunch Alternative</c:v>
                </c:pt>
              </c:strCache>
            </c:strRef>
          </c:tx>
          <c:spPr>
            <a:solidFill>
              <a:srgbClr val="C29BC6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8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9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A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B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C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D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E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7F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0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1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2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3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4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5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6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7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8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9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A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Sheet1!$H$2:$H$21</c:f>
              <c:numCache>
                <c:formatCode>0%</c:formatCode>
                <c:ptCount val="20"/>
                <c:pt idx="0">
                  <c:v>5.0750225126213099E-2</c:v>
                </c:pt>
                <c:pt idx="1">
                  <c:v>3.94057467249029E-2</c:v>
                </c:pt>
                <c:pt idx="2">
                  <c:v>7.4475489333070202E-2</c:v>
                </c:pt>
                <c:pt idx="3">
                  <c:v>4.2642886588894403E-2</c:v>
                </c:pt>
                <c:pt idx="4">
                  <c:v>5.1446580203821403E-2</c:v>
                </c:pt>
                <c:pt idx="5">
                  <c:v>6.6749128775960204E-2</c:v>
                </c:pt>
                <c:pt idx="6">
                  <c:v>4.9095411560592703E-2</c:v>
                </c:pt>
                <c:pt idx="7">
                  <c:v>7.5013682093112002E-2</c:v>
                </c:pt>
                <c:pt idx="8">
                  <c:v>0.14359238913372399</c:v>
                </c:pt>
                <c:pt idx="9">
                  <c:v>9.9833300556859295E-2</c:v>
                </c:pt>
                <c:pt idx="10">
                  <c:v>9.8675576600537093E-2</c:v>
                </c:pt>
                <c:pt idx="11">
                  <c:v>6.0739168567790797E-2</c:v>
                </c:pt>
                <c:pt idx="12">
                  <c:v>9.9598462475434996E-2</c:v>
                </c:pt>
                <c:pt idx="13">
                  <c:v>6.14857448882749E-2</c:v>
                </c:pt>
                <c:pt idx="14">
                  <c:v>4.4705285567595503E-2</c:v>
                </c:pt>
                <c:pt idx="15">
                  <c:v>5.4680571179173097E-2</c:v>
                </c:pt>
                <c:pt idx="16">
                  <c:v>7.0003507605551005E-2</c:v>
                </c:pt>
                <c:pt idx="17">
                  <c:v>1.8206894390581801E-2</c:v>
                </c:pt>
                <c:pt idx="18">
                  <c:v>0.10645237297382699</c:v>
                </c:pt>
                <c:pt idx="19">
                  <c:v>3.6044997776940903E-2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8B-6374-4277-8BD4-C5BEAF197852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Afternoon Snack</c:v>
                </c:pt>
              </c:strCache>
            </c:strRef>
          </c:tx>
          <c:spPr>
            <a:solidFill>
              <a:srgbClr val="E2D6B0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C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D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E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8F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0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1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2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3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4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5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6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7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8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9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A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B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C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D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9E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Sheet1!$I$2:$I$21</c:f>
              <c:numCache>
                <c:formatCode>0%</c:formatCode>
                <c:ptCount val="20"/>
                <c:pt idx="0">
                  <c:v>8.2436939723985594E-2</c:v>
                </c:pt>
                <c:pt idx="1">
                  <c:v>1.78270457557894E-2</c:v>
                </c:pt>
                <c:pt idx="2">
                  <c:v>4.29979137884718E-2</c:v>
                </c:pt>
                <c:pt idx="3">
                  <c:v>2.4314667681292399E-2</c:v>
                </c:pt>
                <c:pt idx="4">
                  <c:v>4.2319579953918302E-2</c:v>
                </c:pt>
                <c:pt idx="5">
                  <c:v>0.108275939376997</c:v>
                </c:pt>
                <c:pt idx="6">
                  <c:v>8.6191082936193E-2</c:v>
                </c:pt>
                <c:pt idx="7">
                  <c:v>0.17599802810941201</c:v>
                </c:pt>
                <c:pt idx="8">
                  <c:v>0.15259904410679101</c:v>
                </c:pt>
                <c:pt idx="9">
                  <c:v>0.172301878683295</c:v>
                </c:pt>
                <c:pt idx="10">
                  <c:v>0.15453335599232901</c:v>
                </c:pt>
                <c:pt idx="11">
                  <c:v>0.14798160229141399</c:v>
                </c:pt>
                <c:pt idx="12">
                  <c:v>0.14017123654008701</c:v>
                </c:pt>
                <c:pt idx="13">
                  <c:v>0.16171652272887199</c:v>
                </c:pt>
                <c:pt idx="14">
                  <c:v>6.4764695505064696E-2</c:v>
                </c:pt>
                <c:pt idx="15">
                  <c:v>0.111757507138284</c:v>
                </c:pt>
                <c:pt idx="16">
                  <c:v>5.8723861426139501E-2</c:v>
                </c:pt>
                <c:pt idx="17">
                  <c:v>2.87519800547456E-2</c:v>
                </c:pt>
                <c:pt idx="18">
                  <c:v>8.2592344445863997E-2</c:v>
                </c:pt>
                <c:pt idx="19">
                  <c:v>6.5795031945630605E-2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9F-6374-4277-8BD4-C5BEAF197852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After Work/School Bite</c:v>
                </c:pt>
              </c:strCache>
            </c:strRef>
          </c:tx>
          <c:spPr>
            <a:solidFill>
              <a:srgbClr val="88D1E5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0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1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2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3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4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5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6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7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8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9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A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B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C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D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E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AF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0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1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2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Sheet1!$J$2:$J$21</c:f>
              <c:numCache>
                <c:formatCode>0%</c:formatCode>
                <c:ptCount val="20"/>
                <c:pt idx="0">
                  <c:v>4.5260415679387399E-2</c:v>
                </c:pt>
                <c:pt idx="1">
                  <c:v>1.22515191055396E-2</c:v>
                </c:pt>
                <c:pt idx="2">
                  <c:v>3.3170207046097903E-2</c:v>
                </c:pt>
                <c:pt idx="3">
                  <c:v>2.0926205641008399E-2</c:v>
                </c:pt>
                <c:pt idx="4">
                  <c:v>3.11399831119142E-2</c:v>
                </c:pt>
                <c:pt idx="5">
                  <c:v>5.3674886388376003E-2</c:v>
                </c:pt>
                <c:pt idx="6">
                  <c:v>4.1718380219839798E-2</c:v>
                </c:pt>
                <c:pt idx="7">
                  <c:v>9.9504145791124904E-2</c:v>
                </c:pt>
                <c:pt idx="8">
                  <c:v>8.6939259208286004E-2</c:v>
                </c:pt>
                <c:pt idx="9">
                  <c:v>7.5691852961108502E-2</c:v>
                </c:pt>
                <c:pt idx="10">
                  <c:v>8.7325581282066106E-2</c:v>
                </c:pt>
                <c:pt idx="11">
                  <c:v>7.6307068372648806E-2</c:v>
                </c:pt>
                <c:pt idx="12">
                  <c:v>9.1062769566437496E-2</c:v>
                </c:pt>
                <c:pt idx="13">
                  <c:v>7.9032823520664597E-2</c:v>
                </c:pt>
                <c:pt idx="14">
                  <c:v>4.7134082747821097E-2</c:v>
                </c:pt>
                <c:pt idx="15">
                  <c:v>6.1794430326636E-2</c:v>
                </c:pt>
                <c:pt idx="16">
                  <c:v>4.2842633488987897E-2</c:v>
                </c:pt>
                <c:pt idx="17">
                  <c:v>1.51649579241145E-2</c:v>
                </c:pt>
                <c:pt idx="18">
                  <c:v>5.2549039043184399E-2</c:v>
                </c:pt>
                <c:pt idx="19">
                  <c:v>3.9842608420654201E-2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B3-6374-4277-8BD4-C5BEAF197852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Dinner</c:v>
                </c:pt>
              </c:strCache>
            </c:strRef>
          </c:tx>
          <c:spPr>
            <a:solidFill>
              <a:srgbClr val="D6A6A5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4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5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6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7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8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9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A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B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C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D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E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BF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0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1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2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3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4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5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6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Sheet1!$K$2:$K$21</c:f>
              <c:numCache>
                <c:formatCode>0%</c:formatCode>
                <c:ptCount val="20"/>
                <c:pt idx="0">
                  <c:v>0.19335347788410401</c:v>
                </c:pt>
                <c:pt idx="1">
                  <c:v>3.7004690869116903E-2</c:v>
                </c:pt>
                <c:pt idx="2">
                  <c:v>2.83678779069301E-2</c:v>
                </c:pt>
                <c:pt idx="3">
                  <c:v>1.9018566547774601E-2</c:v>
                </c:pt>
                <c:pt idx="4">
                  <c:v>8.2225772008962E-2</c:v>
                </c:pt>
                <c:pt idx="5">
                  <c:v>6.3338936199697701E-2</c:v>
                </c:pt>
                <c:pt idx="6">
                  <c:v>0.193761177856766</c:v>
                </c:pt>
                <c:pt idx="7">
                  <c:v>4.7515130091489402E-2</c:v>
                </c:pt>
                <c:pt idx="8">
                  <c:v>5.5148682267501803E-2</c:v>
                </c:pt>
                <c:pt idx="9">
                  <c:v>3.7290219776689802E-2</c:v>
                </c:pt>
                <c:pt idx="10">
                  <c:v>6.5666067285354804E-2</c:v>
                </c:pt>
                <c:pt idx="11">
                  <c:v>3.8960003481966703E-2</c:v>
                </c:pt>
                <c:pt idx="12">
                  <c:v>1.9395419750083399E-2</c:v>
                </c:pt>
                <c:pt idx="13">
                  <c:v>5.4360885046291801E-2</c:v>
                </c:pt>
                <c:pt idx="14">
                  <c:v>0.114117990874949</c:v>
                </c:pt>
                <c:pt idx="15">
                  <c:v>9.9067040870377196E-2</c:v>
                </c:pt>
                <c:pt idx="16">
                  <c:v>0.30873628125124603</c:v>
                </c:pt>
                <c:pt idx="17">
                  <c:v>0.497666971886842</c:v>
                </c:pt>
                <c:pt idx="18">
                  <c:v>6.2313984663718999E-2</c:v>
                </c:pt>
                <c:pt idx="19">
                  <c:v>0.22682955395582499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C7-6374-4277-8BD4-C5BEAF197852}"/>
            </c:ext>
          </c:extLst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Dinner Alternative</c:v>
                </c:pt>
              </c:strCache>
            </c:strRef>
          </c:tx>
          <c:spPr>
            <a:solidFill>
              <a:srgbClr val="C4BAD3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8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9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A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B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C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D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E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CF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0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1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2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3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4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5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6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7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8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9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A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Sheet1!$L$2:$L$21</c:f>
              <c:numCache>
                <c:formatCode>0%</c:formatCode>
                <c:ptCount val="20"/>
                <c:pt idx="0">
                  <c:v>2.8224318964469201E-2</c:v>
                </c:pt>
                <c:pt idx="1">
                  <c:v>1.7126741423624199E-2</c:v>
                </c:pt>
                <c:pt idx="2">
                  <c:v>4.4690545289971399E-2</c:v>
                </c:pt>
                <c:pt idx="3">
                  <c:v>2.01673684144201E-2</c:v>
                </c:pt>
                <c:pt idx="4">
                  <c:v>2.3041747992049898E-2</c:v>
                </c:pt>
                <c:pt idx="5">
                  <c:v>2.4753783937238601E-2</c:v>
                </c:pt>
                <c:pt idx="6">
                  <c:v>2.0407768608469799E-2</c:v>
                </c:pt>
                <c:pt idx="7">
                  <c:v>3.8780720333072803E-2</c:v>
                </c:pt>
                <c:pt idx="8">
                  <c:v>4.9328963080274103E-2</c:v>
                </c:pt>
                <c:pt idx="9">
                  <c:v>4.31699410672826E-2</c:v>
                </c:pt>
                <c:pt idx="10">
                  <c:v>4.3932203521930002E-2</c:v>
                </c:pt>
                <c:pt idx="11">
                  <c:v>2.9351563513731901E-2</c:v>
                </c:pt>
                <c:pt idx="12">
                  <c:v>2.62264122702641E-2</c:v>
                </c:pt>
                <c:pt idx="13">
                  <c:v>2.6956681751913399E-2</c:v>
                </c:pt>
                <c:pt idx="14">
                  <c:v>2.8245962641604502E-2</c:v>
                </c:pt>
                <c:pt idx="15">
                  <c:v>3.8357769721360201E-2</c:v>
                </c:pt>
                <c:pt idx="16">
                  <c:v>4.4454065183406201E-2</c:v>
                </c:pt>
                <c:pt idx="17">
                  <c:v>2.0748333348037998E-2</c:v>
                </c:pt>
                <c:pt idx="18">
                  <c:v>4.9305944019230601E-2</c:v>
                </c:pt>
                <c:pt idx="19">
                  <c:v>2.8305731639394101E-2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DB-6374-4277-8BD4-C5BEAF197852}"/>
            </c:ext>
          </c:extLst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Evening Me</c:v>
                </c:pt>
              </c:strCache>
            </c:strRef>
          </c:tx>
          <c:spPr>
            <a:solidFill>
              <a:srgbClr val="F7C47F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C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D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E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DF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0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1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2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3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4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5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6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7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8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9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A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B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C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D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EE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Sheet1!$M$2:$M$21</c:f>
              <c:numCache>
                <c:formatCode>0%</c:formatCode>
                <c:ptCount val="20"/>
                <c:pt idx="0">
                  <c:v>3.6055308387678099E-2</c:v>
                </c:pt>
                <c:pt idx="1">
                  <c:v>4.7944112783318898E-3</c:v>
                </c:pt>
                <c:pt idx="2">
                  <c:v>2.1151254972855301E-2</c:v>
                </c:pt>
                <c:pt idx="3">
                  <c:v>1.7959346321071001E-2</c:v>
                </c:pt>
                <c:pt idx="4">
                  <c:v>1.8049212155478299E-2</c:v>
                </c:pt>
                <c:pt idx="5">
                  <c:v>2.64588802253698E-2</c:v>
                </c:pt>
                <c:pt idx="6">
                  <c:v>2.3389899109210702E-2</c:v>
                </c:pt>
                <c:pt idx="7">
                  <c:v>6.2436298329357501E-2</c:v>
                </c:pt>
                <c:pt idx="8">
                  <c:v>5.1506405989371597E-2</c:v>
                </c:pt>
                <c:pt idx="9">
                  <c:v>5.7652560153718301E-2</c:v>
                </c:pt>
                <c:pt idx="10">
                  <c:v>4.5622610480265703E-2</c:v>
                </c:pt>
                <c:pt idx="11">
                  <c:v>6.9592709570375805E-2</c:v>
                </c:pt>
                <c:pt idx="12">
                  <c:v>3.6905536664677198E-2</c:v>
                </c:pt>
                <c:pt idx="13">
                  <c:v>8.6346225623511796E-2</c:v>
                </c:pt>
                <c:pt idx="14">
                  <c:v>9.7387539281164198E-2</c:v>
                </c:pt>
                <c:pt idx="15">
                  <c:v>7.5946913429210894E-2</c:v>
                </c:pt>
                <c:pt idx="16">
                  <c:v>2.1928017585370899E-2</c:v>
                </c:pt>
                <c:pt idx="17">
                  <c:v>8.9887822956159508E-3</c:v>
                </c:pt>
                <c:pt idx="18">
                  <c:v>3.3963547870362702E-2</c:v>
                </c:pt>
                <c:pt idx="19">
                  <c:v>2.8134036929269701E-2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EF-6374-4277-8BD4-C5BEAF197852}"/>
            </c:ext>
          </c:extLst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Evening We</c:v>
                </c:pt>
              </c:strCache>
            </c:strRef>
          </c:tx>
          <c:spPr>
            <a:solidFill>
              <a:srgbClr val="F2BDDA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0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1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2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3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4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5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6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7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8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9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A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B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C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D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E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FF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0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1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2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Sheet1!$N$2:$N$21</c:f>
              <c:numCache>
                <c:formatCode>0%</c:formatCode>
                <c:ptCount val="20"/>
                <c:pt idx="0">
                  <c:v>4.82626548529628E-2</c:v>
                </c:pt>
                <c:pt idx="1">
                  <c:v>7.1954671341178701E-3</c:v>
                </c:pt>
                <c:pt idx="2">
                  <c:v>2.23452726449857E-2</c:v>
                </c:pt>
                <c:pt idx="3">
                  <c:v>1.6499615427547101E-2</c:v>
                </c:pt>
                <c:pt idx="4">
                  <c:v>1.42024161058857E-2</c:v>
                </c:pt>
                <c:pt idx="5">
                  <c:v>3.4494023678091103E-2</c:v>
                </c:pt>
                <c:pt idx="6">
                  <c:v>2.9297159799850699E-2</c:v>
                </c:pt>
                <c:pt idx="7">
                  <c:v>8.6741777234499107E-2</c:v>
                </c:pt>
                <c:pt idx="8">
                  <c:v>2.46644815401371E-2</c:v>
                </c:pt>
                <c:pt idx="9">
                  <c:v>4.3992442288283397E-2</c:v>
                </c:pt>
                <c:pt idx="10">
                  <c:v>4.3504902410206499E-2</c:v>
                </c:pt>
                <c:pt idx="11">
                  <c:v>0.11327681312235099</c:v>
                </c:pt>
                <c:pt idx="12">
                  <c:v>2.71303005863823E-2</c:v>
                </c:pt>
                <c:pt idx="13">
                  <c:v>0.101820671021833</c:v>
                </c:pt>
                <c:pt idx="14">
                  <c:v>0.245472098798906</c:v>
                </c:pt>
                <c:pt idx="15">
                  <c:v>0.189844576676263</c:v>
                </c:pt>
                <c:pt idx="16">
                  <c:v>1.5814738415575999E-2</c:v>
                </c:pt>
                <c:pt idx="17">
                  <c:v>1.2891800178408699E-2</c:v>
                </c:pt>
                <c:pt idx="18">
                  <c:v>4.4334319837280201E-2</c:v>
                </c:pt>
                <c:pt idx="19">
                  <c:v>3.8862915090819898E-2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103-6374-4277-8BD4-C5BEAF197852}"/>
            </c:ext>
          </c:extLst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Bedtime/Late Night Snack</c:v>
                </c:pt>
              </c:strCache>
            </c:strRef>
          </c:tx>
          <c:spPr>
            <a:solidFill>
              <a:srgbClr val="5ECCC9"/>
            </a:solidFill>
          </c:spPr>
          <c:invertIfNegative val="1"/>
          <c:dLbls>
            <c:dLbl>
              <c:idx val="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4-6374-4277-8BD4-C5BEAF19785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5-6374-4277-8BD4-C5BEAF19785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6-6374-4277-8BD4-C5BEAF19785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7-6374-4277-8BD4-C5BEAF19785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8-6374-4277-8BD4-C5BEAF19785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9-6374-4277-8BD4-C5BEAF19785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A-6374-4277-8BD4-C5BEAF19785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B-6374-4277-8BD4-C5BEAF19785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C-6374-4277-8BD4-C5BEAF19785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D-6374-4277-8BD4-C5BEAF19785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E-6374-4277-8BD4-C5BEAF197852}"/>
                </c:ext>
              </c:extLst>
            </c:dLbl>
            <c:dLbl>
              <c:idx val="12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0F-6374-4277-8BD4-C5BEAF197852}"/>
                </c:ext>
              </c:extLst>
            </c:dLbl>
            <c:dLbl>
              <c:idx val="13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10-6374-4277-8BD4-C5BEAF197852}"/>
                </c:ext>
              </c:extLst>
            </c:dLbl>
            <c:dLbl>
              <c:idx val="14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11-6374-4277-8BD4-C5BEAF197852}"/>
                </c:ext>
              </c:extLst>
            </c:dLbl>
            <c:dLbl>
              <c:idx val="15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12-6374-4277-8BD4-C5BEAF197852}"/>
                </c:ext>
              </c:extLst>
            </c:dLbl>
            <c:dLbl>
              <c:idx val="16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13-6374-4277-8BD4-C5BEAF197852}"/>
                </c:ext>
              </c:extLst>
            </c:dLbl>
            <c:dLbl>
              <c:idx val="17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14-6374-4277-8BD4-C5BEAF197852}"/>
                </c:ext>
              </c:extLst>
            </c:dLbl>
            <c:dLbl>
              <c:idx val="18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15-6374-4277-8BD4-C5BEAF197852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700" smtId="4294967295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116-6374-4277-8BD4-C5BEAF1978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smtId="4294967295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TOTAL</c:v>
                </c:pt>
                <c:pt idx="1">
                  <c:v>Breakfast Food</c:v>
                </c:pt>
                <c:pt idx="2">
                  <c:v>Packaged Frozen RTE Breakfast Food</c:v>
                </c:pt>
                <c:pt idx="3">
                  <c:v>Cereals, Muesli, Granola, Oatmeal, Oats</c:v>
                </c:pt>
                <c:pt idx="4">
                  <c:v>Bread, Toast, Bakery, Breakfast Pastries, Toaster Pastries</c:v>
                </c:pt>
                <c:pt idx="5">
                  <c:v>Yogurt and Cheese</c:v>
                </c:pt>
                <c:pt idx="6">
                  <c:v>Fruits and Vegetables </c:v>
                </c:pt>
                <c:pt idx="7">
                  <c:v>Salty or Savory Snacks</c:v>
                </c:pt>
                <c:pt idx="8">
                  <c:v>Meat Snack/Jerky</c:v>
                </c:pt>
                <c:pt idx="9">
                  <c:v>Nuts, Seeds, Trail Mixes, Roasted Chickpeas</c:v>
                </c:pt>
                <c:pt idx="10">
                  <c:v>Crackers/Savory Biscuits, Crispbreads, Rusk</c:v>
                </c:pt>
                <c:pt idx="11">
                  <c:v>Cookies/Sweet Biscuits</c:v>
                </c:pt>
                <c:pt idx="12">
                  <c:v>Bars or Bites</c:v>
                </c:pt>
                <c:pt idx="13">
                  <c:v>Sweets, Chocolates, Candy, Gum/Mints, Fruit Snacks</c:v>
                </c:pt>
                <c:pt idx="14">
                  <c:v>Dessert Items/Snacks</c:v>
                </c:pt>
                <c:pt idx="15">
                  <c:v>Sweet Baked Dessert-Like Items</c:v>
                </c:pt>
                <c:pt idx="16">
                  <c:v>Packaged Frozen RTE Appetizers and Entrees</c:v>
                </c:pt>
                <c:pt idx="17">
                  <c:v>Main Meal Foods </c:v>
                </c:pt>
                <c:pt idx="18">
                  <c:v>Meal Replacement Drinks/Nutritional Drinks/Smoothies/Smoothie Bowls/Shakes</c:v>
                </c:pt>
                <c:pt idx="19">
                  <c:v>Any Beverage (other than a Meal Replacement Drink/Nutritional Drink/Smoothie/Shake)</c:v>
                </c:pt>
              </c:strCache>
            </c:strRef>
          </c:cat>
          <c:val>
            <c:numRef>
              <c:f>Sheet1!$O$2:$O$21</c:f>
              <c:numCache>
                <c:formatCode>0%</c:formatCode>
                <c:ptCount val="20"/>
                <c:pt idx="0">
                  <c:v>7.62861963474359E-2</c:v>
                </c:pt>
                <c:pt idx="1">
                  <c:v>2.0170391871543E-2</c:v>
                </c:pt>
                <c:pt idx="2">
                  <c:v>4.7852759828932001E-2</c:v>
                </c:pt>
                <c:pt idx="3">
                  <c:v>6.17826728569002E-2</c:v>
                </c:pt>
                <c:pt idx="4">
                  <c:v>4.17296627416643E-2</c:v>
                </c:pt>
                <c:pt idx="5">
                  <c:v>7.1314180937403701E-2</c:v>
                </c:pt>
                <c:pt idx="6">
                  <c:v>4.3304904887608499E-2</c:v>
                </c:pt>
                <c:pt idx="7">
                  <c:v>0.127002805086816</c:v>
                </c:pt>
                <c:pt idx="8">
                  <c:v>0.114652250353199</c:v>
                </c:pt>
                <c:pt idx="9">
                  <c:v>0.10796933936776</c:v>
                </c:pt>
                <c:pt idx="10">
                  <c:v>0.111604454227274</c:v>
                </c:pt>
                <c:pt idx="11">
                  <c:v>0.17931210817724</c:v>
                </c:pt>
                <c:pt idx="12">
                  <c:v>5.7695551990564503E-2</c:v>
                </c:pt>
                <c:pt idx="13">
                  <c:v>0.186023560063452</c:v>
                </c:pt>
                <c:pt idx="14">
                  <c:v>0.164396120816381</c:v>
                </c:pt>
                <c:pt idx="15">
                  <c:v>0.14606101106680799</c:v>
                </c:pt>
                <c:pt idx="16">
                  <c:v>6.0584440985708199E-2</c:v>
                </c:pt>
                <c:pt idx="17">
                  <c:v>1.94300192725726E-2</c:v>
                </c:pt>
                <c:pt idx="18">
                  <c:v>7.9990736316966293E-2</c:v>
                </c:pt>
                <c:pt idx="19">
                  <c:v>7.9107053323192497E-2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117-6374-4277-8BD4-C5BEAF1978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64543272"/>
        <c:axId val="264543664"/>
      </c:barChart>
      <c:catAx>
        <c:axId val="264543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4543664"/>
        <c:crosses val="autoZero"/>
        <c:auto val="0"/>
        <c:lblAlgn val="ctr"/>
        <c:lblOffset val="100"/>
        <c:noMultiLvlLbl val="0"/>
      </c:catAx>
      <c:valAx>
        <c:axId val="264543664"/>
        <c:scaling>
          <c:orientation val="minMax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264543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2.4446581026513095E-4"/>
          <c:w val="0.99897481946971944"/>
          <c:h val="0.142450541257858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02744661066664E-2"/>
          <c:y val="0"/>
          <c:w val="0.96594510677866674"/>
          <c:h val="0.783655932442898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Early Morning Bite</c:v>
                </c:pt>
              </c:strCache>
            </c:strRef>
          </c:tx>
          <c:spPr>
            <a:ln w="19050" cap="sq">
              <a:solidFill>
                <a:srgbClr val="94B9E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4B9E5"/>
              </a:solidFill>
              <a:ln w="19050">
                <a:solidFill>
                  <a:srgbClr val="94B9E5"/>
                </a:solidFill>
              </a:ln>
              <a:effectLst/>
            </c:spPr>
          </c:marker>
          <c:dLbls>
            <c:dLbl>
              <c:idx val="1"/>
              <c:tx>
                <c:rich>
                  <a:bodyPr/>
                  <a:lstStyle/>
                  <a:p>
                    <a:fld id="{03979F30-8D48-4BAF-B71A-7D603958E3BA}" type="VALUE">
                      <a:rPr lang="en-US">
                        <a:solidFill>
                          <a:srgbClr val="00B050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976-448B-9988-32C62E1F740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976-448B-9988-32C62E1F74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 2019</c:v>
                </c:pt>
                <c:pt idx="1">
                  <c:v>Q2 2019</c:v>
                </c:pt>
                <c:pt idx="2">
                  <c:v>Q3 2019</c:v>
                </c:pt>
                <c:pt idx="3">
                  <c:v>Q4 2019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0.2334</c:v>
                </c:pt>
                <c:pt idx="1">
                  <c:v>0.35780000000000001</c:v>
                </c:pt>
                <c:pt idx="2">
                  <c:v>0.19889999999999999</c:v>
                </c:pt>
                <c:pt idx="3">
                  <c:v>0.20669999999999999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76-448B-9988-32C62E1F74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Breakfast for one</c:v>
                </c:pt>
              </c:strCache>
            </c:strRef>
          </c:tx>
          <c:spPr>
            <a:ln w="19050" cap="sq">
              <a:solidFill>
                <a:srgbClr val="F2BDDA"/>
              </a:solidFill>
              <a:prstDash val="solid"/>
              <a:miter lim="800000"/>
            </a:ln>
            <a:effectLst/>
          </c:spPr>
          <c:marker>
            <c:symbol val="circle"/>
            <c:size val="5"/>
            <c:spPr>
              <a:solidFill>
                <a:srgbClr val="F2BDDA"/>
              </a:solidFill>
              <a:ln w="19050">
                <a:solidFill>
                  <a:srgbClr val="F2BDD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 2019</c:v>
                </c:pt>
                <c:pt idx="1">
                  <c:v>Q2 2019</c:v>
                </c:pt>
                <c:pt idx="2">
                  <c:v>Q3 2019</c:v>
                </c:pt>
                <c:pt idx="3">
                  <c:v>Q4 2019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0.25650000000000001</c:v>
                </c:pt>
                <c:pt idx="1">
                  <c:v>0.32429999999999998</c:v>
                </c:pt>
                <c:pt idx="2">
                  <c:v>0.2233</c:v>
                </c:pt>
                <c:pt idx="3">
                  <c:v>0.20200000000000001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976-448B-9988-32C62E1F7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9659039"/>
        <c:axId val="1084094831"/>
      </c:lineChart>
      <c:catAx>
        <c:axId val="107965903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84094831"/>
        <c:crosses val="autoZero"/>
        <c:auto val="1"/>
        <c:lblAlgn val="ctr"/>
        <c:lblOffset val="100"/>
        <c:noMultiLvlLbl val="0"/>
      </c:catAx>
      <c:valAx>
        <c:axId val="1084094831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1079659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232838204763515E-2"/>
          <c:y val="0.85973597241861111"/>
          <c:w val="0.96772683343975996"/>
          <c:h val="0.140264027581388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08BA9-A7FD-429A-BD78-9573E7190BBD}" type="datetimeFigureOut">
              <a:rPr lang="en-IN" smtClean="0"/>
              <a:t>03-03-2021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91B7C-1AEC-498D-AC22-4BFE029E1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46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91B7C-1AEC-498D-AC22-4BFE029E192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535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IN" sz="1200">
                <a:latin typeface="Corbel" panose="020B0503020204020204" pitchFamily="34" charset="0"/>
              </a:rPr>
              <a:t>Selection Summary : COLUMN: Category/Item/Brand: Category || ROW: Occasion || TIME PERIOD: Quarter: Q1 2019 || MARKETS: North America: US || OCCASION: Early Morning Bite, Breakfast For One, Family Breakfast, Breakfast at Work/School, Mid Morning Snack, Lunch, Lunch Alternative, Afternoon Snack, After Work/School Bite, Dinner, Dinner Alternative, Evening Me, Evening We, Bedtime/Late Night Snack || CATEGORY/ITEM/BRAND: Column: Breakfast Food, Packaged Frozen RTE Breakfast Food, Cereals, Muesli, Granola, Oatmeal, Oats, Bread, Toast, Bakery, Breakfast Pastries, Toaster Pastries, Yogurt and Cheese, Fruits and Vegetables , Salty or Savory Snacks, Meat Snack/Jerky, Nuts, Seeds, Trail Mixes, Roasted Chickpeas, Crackers/Savory Biscuits, Crispbreads, Rusk, Cookies/Sweet Biscuits, Bars or Bites, Sweets, Chocolates, Candy, Gum/Mints, Fruit Snacks, Dessert Items/Snacks, Sweet Baked Dessert-Like Items, Packaged Frozen RTE Appetizers and Entrees, Main Meal Foods , Meal Replacement Drinks/Nutritional Drinks/Smoothies/Smoothie Bowls/Shakes, Any Beverage (other than a Meal Replacement Drink/Nutritional Drink/Smoothie/Shake)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0992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latin typeface="Corbel" panose="020B0503020204020204" pitchFamily="34" charset="0"/>
              </a:rPr>
              <a:t>Selection Summary :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rbel" panose="020B0503020204020204" pitchFamily="34" charset="0"/>
              </a:rPr>
              <a:t>Column: Occasion | Row: 5Ws  | Time Period: Q1 2019 | Market: Mexico | Occasion: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Early Morning Bite, Breakfast For One, Family Breakfast, Breakfast at Work/School, Mid Morning Snack, Lunch, Lunch Alternative, Afternoon Snack, After Work/School Bite, Dinner, Dinner Alternative, Evening Me, Evening We, Bedtime/Late Night Snack</a:t>
            </a:r>
            <a:r>
              <a:rPr lang="en-IN" sz="1200" dirty="0">
                <a:latin typeface="Corbel" panose="020B0503020204020204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rbel" panose="020B0503020204020204" pitchFamily="34" charset="0"/>
              </a:rPr>
              <a:t>| 5Ws: Where- Home, Work/School, On the go, Food Service, Another Home, Other | Benchmark : vs PP.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rbel" panose="020B0503020204020204" pitchFamily="34" charset="0"/>
              </a:rPr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51E77-7B73-4490-B29F-A3FDABDDF3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94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67615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22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7212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464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1187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41105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13674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0683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55508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43586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98525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2"/>
            <a:ext cx="12192528" cy="6855263"/>
          </a:xfrm>
          <a:prstGeom prst="rect">
            <a:avLst/>
          </a:prstGeom>
          <a:solidFill>
            <a:srgbClr val="DB13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+mn-lt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 rot="5400000">
            <a:off x="6812698" y="1018570"/>
            <a:ext cx="6139714" cy="4097219"/>
            <a:chOff x="0" y="6488755"/>
            <a:chExt cx="3604717" cy="369245"/>
          </a:xfrm>
        </p:grpSpPr>
        <p:sp>
          <p:nvSpPr>
            <p:cNvPr id="19" name="Rectangle 18"/>
            <p:cNvSpPr/>
            <p:nvPr userDrawn="1"/>
          </p:nvSpPr>
          <p:spPr>
            <a:xfrm>
              <a:off x="0" y="6488755"/>
              <a:ext cx="3604716" cy="369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Isosceles Triangle 19"/>
            <p:cNvSpPr/>
            <p:nvPr userDrawn="1"/>
          </p:nvSpPr>
          <p:spPr>
            <a:xfrm rot="16200000">
              <a:off x="3263520" y="6515062"/>
              <a:ext cx="367503" cy="314890"/>
            </a:xfrm>
            <a:prstGeom prst="triangle">
              <a:avLst/>
            </a:prstGeom>
            <a:solidFill>
              <a:srgbClr val="DB13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237" y="2779078"/>
            <a:ext cx="7087711" cy="822960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237" y="3602038"/>
            <a:ext cx="7087711" cy="82296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Picture 4" descr="Image result for kelloggs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055" y="188793"/>
            <a:ext cx="898988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0673" y="6532933"/>
            <a:ext cx="444063" cy="275677"/>
          </a:xfrm>
          <a:prstGeom prst="rect">
            <a:avLst/>
          </a:prstGeom>
        </p:spPr>
        <p:txBody>
          <a:bodyPr anchor="ctr"/>
          <a:lstStyle>
            <a:lvl1pPr algn="ctr">
              <a:defRPr sz="525">
                <a:solidFill>
                  <a:schemeClr val="bg1"/>
                </a:solidFill>
                <a:latin typeface="+mn-lt"/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8068057" y="817563"/>
            <a:ext cx="3642617" cy="441325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2"/>
                </a:solidFill>
              </a:defRPr>
            </a:lvl1pPr>
            <a:lvl2pPr marL="342900" indent="0">
              <a:buNone/>
              <a:defRPr sz="900">
                <a:solidFill>
                  <a:schemeClr val="tx2"/>
                </a:solidFill>
              </a:defRPr>
            </a:lvl2pPr>
            <a:lvl3pPr marL="685800" indent="0">
              <a:buNone/>
              <a:defRPr sz="825">
                <a:solidFill>
                  <a:schemeClr val="tx2"/>
                </a:solidFill>
              </a:defRPr>
            </a:lvl3pPr>
            <a:lvl4pPr marL="1028700" indent="0">
              <a:buNone/>
              <a:defRPr sz="788">
                <a:solidFill>
                  <a:schemeClr val="tx2"/>
                </a:solidFill>
              </a:defRPr>
            </a:lvl4pPr>
            <a:lvl5pPr marL="1371600" indent="0">
              <a:buNone/>
              <a:defRPr sz="788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6906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0673" y="6532933"/>
            <a:ext cx="444063" cy="275677"/>
          </a:xfrm>
          <a:prstGeom prst="rect">
            <a:avLst/>
          </a:prstGeom>
        </p:spPr>
        <p:txBody>
          <a:bodyPr anchor="ctr"/>
          <a:lstStyle>
            <a:lvl1pPr algn="ctr">
              <a:defRPr sz="525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13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DCA39-FE7E-4B33-9419-C9BB65BD885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BB434B-9BFD-435E-9A5D-BD5874729523}"/>
              </a:ext>
            </a:extLst>
          </p:cNvPr>
          <p:cNvSpPr/>
          <p:nvPr userDrawn="1"/>
        </p:nvSpPr>
        <p:spPr>
          <a:xfrm>
            <a:off x="1" y="6488757"/>
            <a:ext cx="3604716" cy="369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8" name="Picture 4" descr="Image result for kelloggs logo">
            <a:extLst>
              <a:ext uri="{FF2B5EF4-FFF2-40B4-BE49-F238E27FC236}">
                <a16:creationId xmlns:a16="http://schemas.microsoft.com/office/drawing/2014/main" id="{BA991D02-482A-4A68-9D01-B03DD64A18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55" y="6521707"/>
            <a:ext cx="898988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21F5FD1-5027-4B5F-8292-BC400D44878B}"/>
              </a:ext>
            </a:extLst>
          </p:cNvPr>
          <p:cNvSpPr/>
          <p:nvPr userDrawn="1"/>
        </p:nvSpPr>
        <p:spPr>
          <a:xfrm rot="16200000">
            <a:off x="3315472" y="6567014"/>
            <a:ext cx="365760" cy="21272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80E8E4-4647-44FC-990B-DFA1AF8768DC}"/>
              </a:ext>
            </a:extLst>
          </p:cNvPr>
          <p:cNvGrpSpPr/>
          <p:nvPr userDrawn="1"/>
        </p:nvGrpSpPr>
        <p:grpSpPr>
          <a:xfrm>
            <a:off x="9884465" y="6580734"/>
            <a:ext cx="488937" cy="187227"/>
            <a:chOff x="9858336" y="6580732"/>
            <a:chExt cx="488937" cy="187227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621624AE-4C7A-4BE4-934C-DF28F1E73345}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 flipH="1">
              <a:off x="9843721" y="6599694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2D3915E7-F222-494E-84EC-65300B61FB74}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 flipH="1">
              <a:off x="9958188" y="6595347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9E063B82-0C37-4734-A56E-16BFB9B5FB54}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 flipH="1">
              <a:off x="10072953" y="6595347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781621A-28E0-4051-9421-37879606177E}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 flipH="1">
              <a:off x="10179009" y="6595347"/>
              <a:ext cx="182880" cy="153649"/>
            </a:xfrm>
            <a:prstGeom prst="triangle">
              <a:avLst/>
            </a:prstGeom>
            <a:solidFill>
              <a:srgbClr val="DB13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37B014E-3139-4058-8648-A9B40B3C4ED6}"/>
              </a:ext>
            </a:extLst>
          </p:cNvPr>
          <p:cNvSpPr txBox="1"/>
          <p:nvPr userDrawn="1"/>
        </p:nvSpPr>
        <p:spPr>
          <a:xfrm>
            <a:off x="10318343" y="6531038"/>
            <a:ext cx="14763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DB1348"/>
                </a:solidFill>
                <a:latin typeface="+mj-lt"/>
              </a:rPr>
              <a:t>DEPLOY</a:t>
            </a:r>
            <a:r>
              <a:rPr lang="en-US" sz="900" baseline="0" dirty="0">
                <a:solidFill>
                  <a:srgbClr val="DB1348"/>
                </a:solidFill>
                <a:latin typeface="+mj-lt"/>
              </a:rPr>
              <a:t> FOR GROWTH</a:t>
            </a:r>
            <a:endParaRPr lang="en-US" sz="900" dirty="0">
              <a:solidFill>
                <a:srgbClr val="DB134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584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fld id="{A26DCA39-FE7E-4B33-9419-C9BB65BD885E}" type="slidenum">
              <a:rPr lang="en-US">
                <a:solidFill>
                  <a:prstClr val="white"/>
                </a:solidFill>
                <a:latin typeface="Arial"/>
              </a:rPr>
              <a:pPr defTabSz="685800"/>
              <a:t>1</a:t>
            </a:fld>
            <a:endParaRPr lang="en-US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E3C133-F74D-48C2-81E1-71E30A0EFBEB}"/>
              </a:ext>
            </a:extLst>
          </p:cNvPr>
          <p:cNvSpPr txBox="1">
            <a:spLocks/>
          </p:cNvSpPr>
          <p:nvPr/>
        </p:nvSpPr>
        <p:spPr>
          <a:xfrm>
            <a:off x="257637" y="1578704"/>
            <a:ext cx="6799722" cy="18954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3600" b="1"/>
              <a:t>LANDMARK OCCASION VISUALIZER</a:t>
            </a:r>
            <a:endParaRPr lang="en-US" sz="3600" b="1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39E48B4-5844-4DA4-941D-93582AC97CBC}"/>
              </a:ext>
            </a:extLst>
          </p:cNvPr>
          <p:cNvSpPr txBox="1">
            <a:spLocks/>
          </p:cNvSpPr>
          <p:nvPr/>
        </p:nvSpPr>
        <p:spPr>
          <a:xfrm>
            <a:off x="177854" y="3261017"/>
            <a:ext cx="5660236" cy="159516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lnSpc>
                <a:spcPct val="100000"/>
              </a:lnSpc>
              <a:spcBef>
                <a:spcPts val="0"/>
              </a:spcBef>
            </a:pPr>
            <a:r>
              <a:rPr lang="en-US" sz="4500" dirty="0">
                <a:solidFill>
                  <a:prstClr val="white"/>
                </a:solidFill>
                <a:latin typeface="Franklin Gothic Medium Cond"/>
              </a:rPr>
              <a:t> </a:t>
            </a:r>
            <a:r>
              <a:rPr lang="en-US" sz="4000" dirty="0">
                <a:solidFill>
                  <a:prstClr val="white"/>
                </a:solidFill>
                <a:latin typeface="Franklin Gothic Medium Cond"/>
              </a:rPr>
              <a:t>CUSTOM CHARTS</a:t>
            </a: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8C036247-C189-4895-81B2-CD8F21C36246}"/>
              </a:ext>
            </a:extLst>
          </p:cNvPr>
          <p:cNvSpPr txBox="1"/>
          <p:nvPr/>
        </p:nvSpPr>
        <p:spPr>
          <a:xfrm>
            <a:off x="257637" y="5063129"/>
            <a:ext cx="1514902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685800"/>
            <a:r>
              <a:rPr lang="en-US" sz="1600" dirty="0">
                <a:solidFill>
                  <a:prstClr val="white"/>
                </a:solidFill>
                <a:latin typeface="Arial"/>
              </a:rPr>
              <a:t>INSERT 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67CA76-0169-4B87-91E8-BAC5AEC64C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029" r="13962"/>
          <a:stretch/>
        </p:blipFill>
        <p:spPr>
          <a:xfrm>
            <a:off x="7829168" y="717819"/>
            <a:ext cx="4105656" cy="408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0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>
              <a:defRPr/>
            </a:pPr>
            <a:fld id="{A26DCA39-FE7E-4B33-9419-C9BB65BD885E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800"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graphicFrame>
        <p:nvGraphicFramePr>
          <p:cNvPr id="73" name="Chart 72">
            <a:extLst>
              <a:ext uri="{FF2B5EF4-FFF2-40B4-BE49-F238E27FC236}">
                <a16:creationId xmlns:a16="http://schemas.microsoft.com/office/drawing/2014/main" id="{A7E32E78-B2C1-4D4D-8347-3C74063A50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1351039"/>
              </p:ext>
            </p:extLst>
          </p:nvPr>
        </p:nvGraphicFramePr>
        <p:xfrm>
          <a:off x="0" y="722109"/>
          <a:ext cx="12191999" cy="552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2B07C3F-DDE2-4280-9310-EF891156BA65}"/>
              </a:ext>
            </a:extLst>
          </p:cNvPr>
          <p:cNvSpPr/>
          <p:nvPr/>
        </p:nvSpPr>
        <p:spPr>
          <a:xfrm>
            <a:off x="9171335" y="6545633"/>
            <a:ext cx="46065" cy="36381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FC4F000C-91DA-4455-9A4B-D1CCD866DF78}"/>
              </a:ext>
            </a:extLst>
          </p:cNvPr>
          <p:cNvSpPr/>
          <p:nvPr/>
        </p:nvSpPr>
        <p:spPr>
          <a:xfrm>
            <a:off x="5940036" y="6667722"/>
            <a:ext cx="45719" cy="45719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AB48BF87-11C8-469D-8EF3-6AFADA2777D0}"/>
              </a:ext>
            </a:extLst>
          </p:cNvPr>
          <p:cNvSpPr/>
          <p:nvPr/>
        </p:nvSpPr>
        <p:spPr>
          <a:xfrm>
            <a:off x="8878689" y="6547281"/>
            <a:ext cx="46065" cy="36381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54E76A-F3F8-4BF7-B48D-F34D05FE88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56593"/>
            <a:ext cx="3627434" cy="414626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FCCD61C9-5AD5-41A8-83BC-606BFBBE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89" y="259216"/>
            <a:ext cx="9896001" cy="378159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DB1348"/>
                </a:solidFill>
              </a:rPr>
              <a:t>Occasion Across Category/Item/Brand</a:t>
            </a:r>
            <a:endParaRPr lang="en-US" sz="3000" dirty="0"/>
          </a:p>
        </p:txBody>
      </p:sp>
      <p:grpSp>
        <p:nvGrpSpPr>
          <p:cNvPr id="8" name="Footer">
            <a:extLst>
              <a:ext uri="{FF2B5EF4-FFF2-40B4-BE49-F238E27FC236}">
                <a16:creationId xmlns:a16="http://schemas.microsoft.com/office/drawing/2014/main" id="{FA7491CF-65CA-4F32-B64D-9D0D4C247A89}"/>
              </a:ext>
            </a:extLst>
          </p:cNvPr>
          <p:cNvGrpSpPr/>
          <p:nvPr/>
        </p:nvGrpSpPr>
        <p:grpSpPr>
          <a:xfrm>
            <a:off x="3627433" y="6443719"/>
            <a:ext cx="6055623" cy="351428"/>
            <a:chOff x="3627433" y="6443719"/>
            <a:chExt cx="6055623" cy="35142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E75D1F-F2C5-4FCC-8423-07182C15C4CA}"/>
                </a:ext>
              </a:extLst>
            </p:cNvPr>
            <p:cNvSpPr txBox="1"/>
            <p:nvPr/>
          </p:nvSpPr>
          <p:spPr>
            <a:xfrm>
              <a:off x="3627433" y="6456593"/>
              <a:ext cx="6055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</a:t>
              </a:r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 Project Landmark ||                      || Change PP Vs Benchmark shown in table || Significance Vs Total Column@ 95 CL :    High     Low || NA- Data not available || Low Base Sample : LS &lt;150,     150-250|| Column % shown across tool</a:t>
              </a:r>
            </a:p>
          </p:txBody>
        </p:sp>
        <p:sp>
          <p:nvSpPr>
            <p:cNvPr id="2" name="PercentageType">
              <a:extLst>
                <a:ext uri="{FF2B5EF4-FFF2-40B4-BE49-F238E27FC236}">
                  <a16:creationId xmlns:a16="http://schemas.microsoft.com/office/drawing/2014/main" id="{19A5833B-E4DC-4320-B45F-AF2713099771}"/>
                </a:ext>
              </a:extLst>
            </p:cNvPr>
            <p:cNvSpPr txBox="1"/>
            <p:nvPr/>
          </p:nvSpPr>
          <p:spPr>
            <a:xfrm>
              <a:off x="4821403" y="6443719"/>
              <a:ext cx="65297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dirty="0"/>
                <a:t>Occasion%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06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4589" y="259216"/>
            <a:ext cx="9896001" cy="378159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DB1348"/>
                </a:solidFill>
              </a:rPr>
              <a:t>Occasion Across Category/Item/Brand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>
              <a:defRPr/>
            </a:pPr>
            <a:fld id="{A26DCA39-FE7E-4B33-9419-C9BB65BD885E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/>
              </a:rPr>
              <a:pPr defTabSz="685800">
                <a:defRPr/>
              </a:pPr>
              <a:t>3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A505D8C-0020-414B-A6FA-45A5EC1A0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9615684"/>
              </p:ext>
            </p:extLst>
          </p:nvPr>
        </p:nvGraphicFramePr>
        <p:xfrm>
          <a:off x="0" y="866058"/>
          <a:ext cx="12192000" cy="5590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519700F-AE50-4911-903A-505B807D33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56593"/>
            <a:ext cx="3627434" cy="414626"/>
          </a:xfrm>
          <a:prstGeom prst="rect">
            <a:avLst/>
          </a:prstGeom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A1CFE188-EFCF-4660-9466-4764B904E8C0}"/>
              </a:ext>
            </a:extLst>
          </p:cNvPr>
          <p:cNvSpPr/>
          <p:nvPr/>
        </p:nvSpPr>
        <p:spPr>
          <a:xfrm>
            <a:off x="8878689" y="6547281"/>
            <a:ext cx="46065" cy="36381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E3B7570-1CD9-4B1A-A0EA-DE1F3E54DB20}"/>
              </a:ext>
            </a:extLst>
          </p:cNvPr>
          <p:cNvSpPr/>
          <p:nvPr/>
        </p:nvSpPr>
        <p:spPr>
          <a:xfrm>
            <a:off x="9171335" y="6545633"/>
            <a:ext cx="46065" cy="36381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BA0CA24B-EF76-44D9-B8D9-930EFD833F61}"/>
              </a:ext>
            </a:extLst>
          </p:cNvPr>
          <p:cNvSpPr/>
          <p:nvPr/>
        </p:nvSpPr>
        <p:spPr>
          <a:xfrm>
            <a:off x="5931105" y="6669275"/>
            <a:ext cx="46065" cy="36381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Footer">
            <a:extLst>
              <a:ext uri="{FF2B5EF4-FFF2-40B4-BE49-F238E27FC236}">
                <a16:creationId xmlns:a16="http://schemas.microsoft.com/office/drawing/2014/main" id="{B1143D92-D73C-411D-951B-27D7D4A6E5E6}"/>
              </a:ext>
            </a:extLst>
          </p:cNvPr>
          <p:cNvGrpSpPr/>
          <p:nvPr/>
        </p:nvGrpSpPr>
        <p:grpSpPr>
          <a:xfrm>
            <a:off x="3627433" y="6443719"/>
            <a:ext cx="6055623" cy="351428"/>
            <a:chOff x="3627433" y="6443719"/>
            <a:chExt cx="6055623" cy="351428"/>
          </a:xfrm>
        </p:grpSpPr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A25B2A27-C947-4CA6-A459-62845F4CDA33}"/>
                </a:ext>
              </a:extLst>
            </p:cNvPr>
            <p:cNvSpPr txBox="1"/>
            <p:nvPr/>
          </p:nvSpPr>
          <p:spPr>
            <a:xfrm>
              <a:off x="3627433" y="6456593"/>
              <a:ext cx="6055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Source</a:t>
              </a:r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 Project Landmark ||                      || Change PP Vs Benchmark shown in table || Significance Vs Total Column@ 95 CL :    High     Low || NA- Data not available || Low Base Sample : LS &lt;150,     150-250|| Column % shown across tool</a:t>
              </a:r>
            </a:p>
          </p:txBody>
        </p:sp>
        <p:sp>
          <p:nvSpPr>
            <p:cNvPr id="17" name="PercentageType">
              <a:extLst>
                <a:ext uri="{FF2B5EF4-FFF2-40B4-BE49-F238E27FC236}">
                  <a16:creationId xmlns:a16="http://schemas.microsoft.com/office/drawing/2014/main" id="{841C23F6-21D0-42D9-8B59-BE119D6C40DD}"/>
                </a:ext>
              </a:extLst>
            </p:cNvPr>
            <p:cNvSpPr txBox="1"/>
            <p:nvPr/>
          </p:nvSpPr>
          <p:spPr>
            <a:xfrm>
              <a:off x="4821403" y="6443719"/>
              <a:ext cx="65297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8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dirty="0"/>
                <a:t>Occasion%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76680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727</Words>
  <Application>Microsoft Office PowerPoint</Application>
  <PresentationFormat>Widescreen</PresentationFormat>
  <Paragraphs>285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Corbel</vt:lpstr>
      <vt:lpstr>Franklin Gothic Medium Cond</vt:lpstr>
      <vt:lpstr>1_Office Theme</vt:lpstr>
      <vt:lpstr>PowerPoint Presentation</vt:lpstr>
      <vt:lpstr>Occasion Across Category/Item/Brand</vt:lpstr>
      <vt:lpstr>Occasion Across Category/Item/Brand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Shwetank S Srivastava</dc:creator>
  <cp:lastModifiedBy>Jain, Varsha (ANBAN)</cp:lastModifiedBy>
  <cp:revision>61</cp:revision>
  <dcterms:created xsi:type="dcterms:W3CDTF">2019-07-16T05:58:21Z</dcterms:created>
  <dcterms:modified xsi:type="dcterms:W3CDTF">2021-03-03T08:36:04Z</dcterms:modified>
</cp:coreProperties>
</file>